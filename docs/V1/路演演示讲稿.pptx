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 20 秒，不要念标题。直接说：我今天不讲业绩，带你们看一个能点的产品。跨境店主用中文下指令，系统给海外顾客写英语或西语邮件，人审核后再发。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 40 秒讲完这三张卡。第三张是给自己留退路：后面问到发送、退订、120 美元，都回到这里。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强调人：店主中文，顾客海外。如果被问是不是另一个邮件营销云，说不是，我们站在店主写外语信这一步。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不要说「我们发现 80% 的商家」。说：店主有购买记录和聊天，缺的是一封能看人的外语信，而且未同意的人不能发。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这是主路径。现场按这个顺序点：总览、导入说明、挑选客户、如果已有文案就打开一封。不要现场上传新文件。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店铺里的「今天」现在设成 2026-11-01，所以演示日期是对着这一天算的。被问为什么不是自然日，说：为了演示数据稳定，上线前改成真实日期。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这是定义，不要改口说每人都单独生成。调用次数 = 单独写人数 + 组数。中文意图不贴进外语正文。有折扣码时，优惠句是 20% off，不从「8 折」里换算。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打开页面前先自己刷新一次。数字以页面为准，不要背。上次导入后大约是：客户 300，缺姓名 0，未同意营销 18，弃购约 86 人、可发约 80 人。若不一致，就读屏幕。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这一页主动讲。投资人最容易抓的是「你说 AI 发信，其实没发出去」。先承认。价值是写信和审核，发送接在后面。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语气是承认对方强。不要说我们比 Klaviyo 更懂邮件。说：发送留给他们或留给以后，今天演示的是写信。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背这一句就够：没有付费客户；价格是设想，单店月费大约一千元这个量级，不是报价；接下来要的是三家店的导出，不是广告投放。团队用你的真名。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 30 秒。停在这里。不要追加「我们会成为跨境营销基础设施」。问问题交给最后一页。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不要展开。答完停。若问团队，只说你的真名和真实经历。若问估值或股比，说今天不谈。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058400" cy="82296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定向营销助手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18872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D7E3DC"/>
                </a:solidFill>
                <a:latin typeface="Microsoft YaHei"/>
                <a:ea typeface="Microsoft YaHei"/>
                <a:cs typeface="Microsoft YaHei"/>
              </a:rPr>
              <a:t>用中文说这场要推什么。系统按每个海外顾客的购买和聊天，
写成英语或西班牙语邮件，人看过再发。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846320"/>
            <a:ext cx="9144000" cy="36576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4F1EA"/>
                </a:solidFill>
                <a:latin typeface="Microsoft YaHei"/>
                <a:ea typeface="Microsoft YaHei"/>
                <a:cs typeface="Microsoft YaHei"/>
              </a:rPr>
              <a:t>今天是产品演示。没有付费客户，没有融资数字。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0" y="6510528"/>
            <a:ext cx="1371600" cy="256032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2  / 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6332A"/>
                </a:solidFill>
                <a:latin typeface="Microsoft YaHei"/>
                <a:ea typeface="Microsoft YaHei"/>
                <a:cs typeface="Microsoft YaHei"/>
              </a:rPr>
              <a:t>今天这场只证明三件事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361188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3108960" cy="64008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F7A4D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3108960" cy="73152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6332A"/>
                </a:solidFill>
                <a:latin typeface="Microsoft YaHei"/>
                <a:ea typeface="Microsoft YaHei"/>
                <a:cs typeface="Microsoft YaHei"/>
              </a:rPr>
              <a:t>店主的工作能走完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3154680" cy="201168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从导入表格，到挑人，到看见一封英语或西语信，再到人点通过。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361188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600200"/>
            <a:ext cx="3108960" cy="64008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F7A4D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331720"/>
            <a:ext cx="3108960" cy="73152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6332A"/>
                </a:solidFill>
                <a:latin typeface="Microsoft YaHei"/>
                <a:ea typeface="Microsoft YaHei"/>
                <a:cs typeface="Microsoft YaHei"/>
              </a:rPr>
              <a:t>信不是群发模板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200400"/>
            <a:ext cx="3154680" cy="201168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买得多、或确认过事实的人单独写。其他人共用一封，复制时才填上自己的名字和商品。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1371600"/>
            <a:ext cx="361188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600200"/>
            <a:ext cx="3108960" cy="64008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F7A4D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331720"/>
            <a:ext cx="3108960" cy="73152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6332A"/>
                </a:solidFill>
                <a:latin typeface="Microsoft YaHei"/>
                <a:ea typeface="Microsoft YaHei"/>
                <a:cs typeface="Microsoft YaHei"/>
              </a:rPr>
              <a:t>边界说在前面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200400"/>
            <a:ext cx="3154680" cy="201168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现在是模拟发送。退订链接还不会改状态。消费高中低是写死的分界，不是从这家店算出来的。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0" y="6510528"/>
            <a:ext cx="1371600" cy="256032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3  / 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7472"/>
            <a:ext cx="10972800" cy="45720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6332A"/>
                </a:solidFill>
                <a:latin typeface="Microsoft YaHei"/>
                <a:ea typeface="Microsoft YaHei"/>
                <a:cs typeface="Microsoft YaHei"/>
              </a:rPr>
              <a:t>卖给谁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6766560" cy="4114800"/>
          </a:xfrm>
          <a:prstGeom prst="rect">
            <a:avLst/>
          </a:prstGeom>
          <a:noFill/>
        </p:spPr>
        <p:txBody>
          <a:bodyPr wrap="square" lIns="18288" rIns="18288"/>
          <a:lstStyle/>
          <a:p>
            <a:pPr algn="l">
              <a:spcAft>
                <a:spcPts val="1600"/>
              </a:spcAft>
            </a:pPr>
            <a:r>
              <a:rPr sz="2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 中国跨境独立站的店主和运营。他们自己用中文工作。</a:t>
            </a:r>
          </a:p>
          <a:p>
            <a:pPr algn="l">
              <a:spcAft>
                <a:spcPts val="1600"/>
              </a:spcAft>
            </a:pPr>
            <a:r>
              <a:rPr sz="2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 顾客是海外个人消费者。这一版只处理零售，不写批发。</a:t>
            </a:r>
          </a:p>
          <a:p>
            <a:pPr algn="l">
              <a:spcAft>
                <a:spcPts val="1600"/>
              </a:spcAft>
            </a:pPr>
            <a:r>
              <a:rPr sz="2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 订单在 Shopify，客服聊天可以是 Gorgias 导出的表格。</a:t>
            </a:r>
          </a:p>
          <a:p>
            <a:pPr algn="l">
              <a:spcAft>
                <a:spcPts val="1600"/>
              </a:spcAft>
            </a:pPr>
            <a:r>
              <a:rPr sz="2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 信给顾客看的是英语或西班牙语，给店主看的是中文对照。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1188720"/>
            <a:ext cx="41148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1417320"/>
            <a:ext cx="3657600" cy="41148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6332A"/>
                </a:solidFill>
                <a:latin typeface="Microsoft YaHei"/>
                <a:ea typeface="Microsoft YaHei"/>
                <a:cs typeface="Microsoft YaHei"/>
              </a:rPr>
              <a:t>不卖给谁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2103120"/>
            <a:ext cx="3657600" cy="3017520"/>
          </a:xfrm>
          <a:prstGeom prst="rect">
            <a:avLst/>
          </a:prstGeom>
          <a:noFill/>
        </p:spPr>
        <p:txBody>
          <a:bodyPr wrap="square" lIns="18288" rIns="18288"/>
          <a:lstStyle/>
          <a:p>
            <a:pPr algn="l">
              <a:spcAft>
                <a:spcPts val="1400"/>
              </a:spcAft>
            </a:pP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 不是给英文运营团队替换 Klaviyo。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 不是全自动、无人审核就发出去。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 不是按店铺销售额抽成的系统。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0" y="6510528"/>
            <a:ext cx="1371600" cy="256032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4  / 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7472"/>
            <a:ext cx="10972800" cy="45720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6332A"/>
                </a:solidFill>
                <a:latin typeface="Microsoft YaHei"/>
                <a:ea typeface="Microsoft YaHei"/>
                <a:cs typeface="Microsoft YaHei"/>
              </a:rPr>
              <a:t>他们卡在哪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0972800" cy="36576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B54708"/>
                </a:solidFill>
                <a:latin typeface="Microsoft YaHei"/>
                <a:ea typeface="Microsoft YaHei"/>
                <a:cs typeface="Microsoft YaHei"/>
              </a:rPr>
              <a:t>下面是这个产品要接住的工作，不是一份已经做过的市场调查。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1115568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55648"/>
            <a:ext cx="2194560" cy="822960"/>
          </a:xfrm>
          <a:prstGeom prst="rect">
            <a:avLst/>
          </a:prstGeom>
          <a:noFill/>
        </p:spPr>
        <p:txBody>
          <a:bodyPr wrap="square" lIns="36576" rIns="36576" tIns="0" bIns="0" anchor="ctr"/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F7A4D"/>
                </a:solidFill>
                <a:latin typeface="Microsoft YaHei"/>
                <a:ea typeface="Microsoft YaHei"/>
                <a:cs typeface="Microsoft YaHei"/>
              </a:rPr>
              <a:t>名单有了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810512"/>
            <a:ext cx="8321040" cy="86868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Shopify 里有买过的人，也有弃单。店主知道该找谁，但不会给每个人写一封外语信。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017520"/>
            <a:ext cx="1115568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18688"/>
            <a:ext cx="2194560" cy="822960"/>
          </a:xfrm>
          <a:prstGeom prst="rect">
            <a:avLst/>
          </a:prstGeom>
          <a:noFill/>
        </p:spPr>
        <p:txBody>
          <a:bodyPr wrap="square" lIns="36576" rIns="36576" tIns="0" bIns="0" anchor="ctr"/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F7A4D"/>
                </a:solidFill>
                <a:latin typeface="Microsoft YaHei"/>
                <a:ea typeface="Microsoft YaHei"/>
                <a:cs typeface="Microsoft YaHei"/>
              </a:rPr>
              <a:t>聊天用不上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273552"/>
            <a:ext cx="8321040" cy="86868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客服里说过「要无尘猫砂」「物流已补偿」。这些话留在表格里，进不了下一封营销信。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480560"/>
            <a:ext cx="1115568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681728"/>
            <a:ext cx="2194560" cy="822960"/>
          </a:xfrm>
          <a:prstGeom prst="rect">
            <a:avLst/>
          </a:prstGeom>
          <a:noFill/>
        </p:spPr>
        <p:txBody>
          <a:bodyPr wrap="square" lIns="36576" rIns="36576" tIns="0" bIns="0" anchor="ctr"/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F7A4D"/>
                </a:solidFill>
                <a:latin typeface="Microsoft YaHei"/>
                <a:ea typeface="Microsoft YaHei"/>
                <a:cs typeface="Microsoft YaHei"/>
              </a:rPr>
              <a:t>群发在用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4736592"/>
            <a:ext cx="8321040" cy="86868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现有邮件工具擅长分段和自动流程。分段之后，正文往往还是同一封。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0" y="6510528"/>
            <a:ext cx="1371600" cy="256032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5  / 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7472"/>
            <a:ext cx="10972800" cy="45720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6332A"/>
                </a:solidFill>
                <a:latin typeface="Microsoft YaHei"/>
                <a:ea typeface="Microsoft YaHei"/>
                <a:cs typeface="Microsoft YaHei"/>
              </a:rPr>
              <a:t>产品四步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80160"/>
            <a:ext cx="278892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377440" cy="45720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F7A4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2377440" cy="54864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332A"/>
                </a:solidFill>
                <a:latin typeface="Microsoft YaHei"/>
                <a:ea typeface="Microsoft YaHei"/>
                <a:cs typeface="Microsoft YaHei"/>
              </a:rPr>
              <a:t>导入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43200"/>
            <a:ext cx="2423160" cy="292608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客户表和订单表必须一起传，按邮箱对应。弃单、Gorgias 聊天另外传。没有姓名或国家的行不写入，也不能发信。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280160"/>
            <a:ext cx="278892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463040"/>
            <a:ext cx="2377440" cy="45720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F7A4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965960"/>
            <a:ext cx="2377440" cy="54864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332A"/>
                </a:solidFill>
                <a:latin typeface="Microsoft YaHei"/>
                <a:ea typeface="Microsoft YaHei"/>
                <a:cs typeface="Microsoft YaHei"/>
              </a:rPr>
              <a:t>挑选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743200"/>
            <a:ext cx="2423160" cy="292608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四个场景。可以按语言、品类、消费层级缩小，也可以去掉个别人。生成前能看见要调用多少次。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280160"/>
            <a:ext cx="278892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463040"/>
            <a:ext cx="2377440" cy="45720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F7A4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965960"/>
            <a:ext cx="2377440" cy="54864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332A"/>
                </a:solidFill>
                <a:latin typeface="Microsoft YaHei"/>
                <a:ea typeface="Microsoft YaHei"/>
                <a:cs typeface="Microsoft YaHei"/>
              </a:rPr>
              <a:t>写信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743200"/>
            <a:ext cx="2423160" cy="292608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店主只填中文意图和折扣码。有 DeepSeek 就用模型。没有钥匙，或调用失败，就用本地信纸，演示不会停。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9720" y="1280160"/>
            <a:ext cx="278892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1463040"/>
            <a:ext cx="2377440" cy="45720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F7A4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1965960"/>
            <a:ext cx="2377440" cy="54864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332A"/>
                </a:solidFill>
                <a:latin typeface="Microsoft YaHei"/>
                <a:ea typeface="Microsoft YaHei"/>
                <a:cs typeface="Microsoft YaHei"/>
              </a:rPr>
              <a:t>审核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743200"/>
            <a:ext cx="2423160" cy="292608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看中文对照和用了哪条事实。可以改字，可以只重写一封。没有驳回。通过之后目前是模拟发送，也可以复制。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0" y="6510528"/>
            <a:ext cx="1371600" cy="256032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6  / 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972800" cy="45720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6332A"/>
                </a:solidFill>
                <a:latin typeface="Microsoft YaHei"/>
                <a:ea typeface="Microsoft YaHei"/>
                <a:cs typeface="Microsoft YaHei"/>
              </a:rPr>
              <a:t>四个场景，规则是写死的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51560"/>
            <a:ext cx="1115568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07592"/>
            <a:ext cx="3017520" cy="64008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6332A"/>
                </a:solidFill>
                <a:latin typeface="Microsoft YaHei"/>
                <a:ea typeface="Microsoft YaHei"/>
                <a:cs typeface="Microsoft YaHei"/>
              </a:rPr>
              <a:t>沉睡未复购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307592"/>
            <a:ext cx="7498079" cy="64008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最后一次已付款距今不少于 60 天。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86000"/>
            <a:ext cx="1115568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42032"/>
            <a:ext cx="3017520" cy="64008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6332A"/>
                </a:solidFill>
                <a:latin typeface="Microsoft YaHei"/>
                <a:ea typeface="Microsoft YaHei"/>
                <a:cs typeface="Microsoft YaHei"/>
              </a:rPr>
              <a:t>到了复购窗口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542032"/>
            <a:ext cx="7498079" cy="64008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猫砂 21 天，猫粮和狗粮 30 天，零食玩具 14 天，上下各 7 天。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520440"/>
            <a:ext cx="1115568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776472"/>
            <a:ext cx="3017520" cy="64008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6332A"/>
                </a:solidFill>
                <a:latin typeface="Microsoft YaHei"/>
                <a:ea typeface="Microsoft YaHei"/>
                <a:cs typeface="Microsoft YaHei"/>
              </a:rPr>
              <a:t>首单还没转二单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776472"/>
            <a:ext cx="7498079" cy="64008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正好 1 笔已付款，且距今 7 到 30 天。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754880"/>
            <a:ext cx="1115568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010912"/>
            <a:ext cx="3017520" cy="64008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6332A"/>
                </a:solidFill>
                <a:latin typeface="Microsoft YaHei"/>
                <a:ea typeface="Microsoft YaHei"/>
                <a:cs typeface="Microsoft YaHei"/>
              </a:rPr>
              <a:t>弃购还没挽回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5010912"/>
            <a:ext cx="7498079" cy="64008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弃单在最近 1 到 7 天，并且那天之后没有已付款订单。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0" y="6510528"/>
            <a:ext cx="1371600" cy="256032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7  / 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7472"/>
            <a:ext cx="10972800" cy="45720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6332A"/>
                </a:solidFill>
                <a:latin typeface="Microsoft YaHei"/>
                <a:ea typeface="Microsoft YaHei"/>
                <a:cs typeface="Microsoft YaHei"/>
              </a:rPr>
              <a:t>什么叫个性推广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43000"/>
            <a:ext cx="54864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72200" y="1143000"/>
            <a:ext cx="54864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4937760" cy="45720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F7A4D"/>
                </a:solidFill>
                <a:latin typeface="Microsoft YaHei"/>
                <a:ea typeface="Microsoft YaHei"/>
                <a:cs typeface="Microsoft YaHei"/>
              </a:rPr>
              <a:t>单独写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4937760" cy="3291840"/>
          </a:xfrm>
          <a:prstGeom prst="rect">
            <a:avLst/>
          </a:prstGeom>
          <a:noFill/>
        </p:spPr>
        <p:txBody>
          <a:bodyPr wrap="square" lIns="18288" rIns="18288"/>
          <a:lstStyle/>
          <a:p>
            <a:pPr algn="l">
              <a:spcAft>
                <a:spcPts val="1400"/>
              </a:spcAft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 买过至少 2 次，或已经确认过事实。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 信里要能看出这个人的商品、距今天数、品类，以及确认过的事实。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 每人一次模型调用。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371600"/>
            <a:ext cx="4937760" cy="45720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F7A4D"/>
                </a:solidFill>
                <a:latin typeface="Microsoft YaHei"/>
                <a:ea typeface="Microsoft YaHei"/>
                <a:cs typeface="Microsoft YaHei"/>
              </a:rPr>
              <a:t>共用一封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03120"/>
            <a:ext cx="4937760" cy="3291840"/>
          </a:xfrm>
          <a:prstGeom prst="rect">
            <a:avLst/>
          </a:prstGeom>
          <a:noFill/>
        </p:spPr>
        <p:txBody>
          <a:bodyPr wrap="square" lIns="18288" rIns="18288"/>
          <a:lstStyle/>
          <a:p>
            <a:pPr algn="l">
              <a:spcAft>
                <a:spcPts val="1400"/>
              </a:spcAft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 只买过 1 次，且没有已确认事实。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 按语言、国家、场景、消费层级、主要品类分组。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 一组一次调用。复制或发送时才填这个人的姓名和上次商品。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0" y="6510528"/>
            <a:ext cx="1371600" cy="256032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8  / 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972800" cy="45720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6332A"/>
                </a:solidFill>
                <a:latin typeface="Microsoft YaHei"/>
                <a:ea typeface="Microsoft YaHei"/>
                <a:cs typeface="Microsoft YaHei"/>
              </a:rPr>
              <a:t>现场就点这几下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0972800" cy="32004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7A4D"/>
                </a:solidFill>
                <a:latin typeface="Microsoft YaHei"/>
                <a:ea typeface="Microsoft YaHei"/>
                <a:cs typeface="Microsoft YaHei"/>
              </a:rPr>
              <a:t>http://101.37.236.139:3000    账号 demo@example.com    密码 demo1234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2286000" cy="100584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6332A"/>
                </a:solidFill>
                <a:latin typeface="Microsoft YaHei"/>
                <a:ea typeface="Microsoft YaHei"/>
                <a:cs typeface="Microsoft YaHei"/>
              </a:rPr>
              <a:t>1  总览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371600"/>
            <a:ext cx="8778240" cy="105156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先看人数和四条场景。滚到下面「这些字段怎么算」。消费高中低要亲口说：120 美元和 50 美元是初稿写死的，不是这家店算出来的。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60320"/>
            <a:ext cx="2286000" cy="100584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6332A"/>
                </a:solidFill>
                <a:latin typeface="Microsoft YaHei"/>
                <a:ea typeface="Microsoft YaHei"/>
                <a:cs typeface="Microsoft YaHei"/>
              </a:rPr>
              <a:t>2  挑选客户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560320"/>
            <a:ext cx="8778240" cy="105156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场景选「弃购还没挽回」。读页面上的人数、可触达、单独写和共用。这批样例没有已付款订单，所以沉睡、复购、首单会是 0，这是对的。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49039"/>
            <a:ext cx="2286000" cy="100584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6332A"/>
                </a:solidFill>
                <a:latin typeface="Microsoft YaHei"/>
                <a:ea typeface="Microsoft YaHei"/>
                <a:cs typeface="Microsoft YaHei"/>
              </a:rPr>
              <a:t>3  不要现场导入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749039"/>
            <a:ext cx="8778240" cy="105156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不要上传新表格，也不要当场点生成。生成要等模型，路演里不等。文案定义用页面上的说明讲。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937760"/>
            <a:ext cx="2286000" cy="100584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6332A"/>
                </a:solidFill>
                <a:latin typeface="Microsoft YaHei"/>
                <a:ea typeface="Microsoft YaHei"/>
                <a:cs typeface="Microsoft YaHei"/>
              </a:rPr>
              <a:t>4  若要展示一封信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4937760"/>
            <a:ext cx="8778240" cy="105156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只有推广列表里已经有写完的信才点开。看中文对照、20% off，以及正文里没有把中文意图原句贴进去。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0" y="6510528"/>
            <a:ext cx="1371600" cy="256032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9  / 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972800" cy="45720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6332A"/>
                </a:solidFill>
                <a:latin typeface="Microsoft YaHei"/>
                <a:ea typeface="Microsoft YaHei"/>
                <a:cs typeface="Microsoft YaHei"/>
              </a:rPr>
              <a:t>做到了，和故意还没做的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55321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72200" y="1051560"/>
            <a:ext cx="55321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5029200" cy="41148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F7A4D"/>
                </a:solidFill>
                <a:latin typeface="Microsoft YaHei"/>
                <a:ea typeface="Microsoft YaHei"/>
                <a:cs typeface="Microsoft YaHei"/>
              </a:rPr>
              <a:t>已经在页面上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5029200" cy="3840480"/>
          </a:xfrm>
          <a:prstGeom prst="rect">
            <a:avLst/>
          </a:prstGeom>
          <a:noFill/>
        </p:spPr>
        <p:txBody>
          <a:bodyPr wrap="square" lIns="18288" rIns="18288"/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 客户、订单、弃单、Gorgias 聊天，预览后才写入。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 没有姓名或国家的人不能发信。可以一键清除本店数据。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 四个场景、事实确认、中途停下再继续、只重写一封。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 没配模型钥匙时用本地信纸，演示不断。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 未同意营销的人不生成、不发送。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234440"/>
            <a:ext cx="5029200" cy="41148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B54708"/>
                </a:solidFill>
                <a:latin typeface="Microsoft YaHei"/>
                <a:ea typeface="Microsoft YaHei"/>
                <a:cs typeface="Microsoft YaHei"/>
              </a:rPr>
              <a:t>还没有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5029200" cy="3840480"/>
          </a:xfrm>
          <a:prstGeom prst="rect">
            <a:avLst/>
          </a:prstGeom>
          <a:noFill/>
        </p:spPr>
        <p:txBody>
          <a:bodyPr wrap="square" lIns="18288" rIns="18288"/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 不会真的发到顾客邮箱。现在是模拟发送和复制。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 退订链接写进信里，打开还不会把人标成已退订。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 不是 Shopify 应用，要商家导出 CSV。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 发送后有没有下单，系统不算。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 高中低不是按这家店的订单分布算的。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0" y="6510528"/>
            <a:ext cx="1371600" cy="256032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10  / 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972800" cy="45720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6332A"/>
                </a:solidFill>
                <a:latin typeface="Microsoft YaHei"/>
                <a:ea typeface="Microsoft YaHei"/>
                <a:cs typeface="Microsoft YaHei"/>
              </a:rPr>
              <a:t>和现有工具差在哪一步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不替换他们的发送网络。补的是「中文店主写出这一封外语信」。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640080"/>
          </a:xfrm>
          <a:prstGeom prst="rect">
            <a:avLst/>
          </a:prstGeom>
          <a:solidFill>
            <a:srgbClr val="1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36192"/>
            <a:ext cx="2926080" cy="41148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536192"/>
            <a:ext cx="3200400" cy="41148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他们已经强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536192"/>
            <a:ext cx="4389120" cy="41148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我们只做这一步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48840"/>
            <a:ext cx="1124712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2834640" cy="64008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332A"/>
                </a:solidFill>
                <a:latin typeface="Microsoft YaHei"/>
                <a:ea typeface="Microsoft YaHei"/>
                <a:cs typeface="Microsoft YaHei"/>
              </a:rPr>
              <a:t>Klaviyo、Omnisend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404872"/>
            <a:ext cx="3108960" cy="77724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分段、自动流程、真实发送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350008"/>
            <a:ext cx="4480560" cy="86868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不跟他们比送达。我们读购买和已确认的聊天，写出这一人的信。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74720"/>
            <a:ext cx="1124712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794759"/>
            <a:ext cx="2834640" cy="64008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332A"/>
                </a:solidFill>
                <a:latin typeface="Microsoft YaHei"/>
                <a:ea typeface="Microsoft YaHei"/>
                <a:cs typeface="Microsoft YaHei"/>
              </a:rPr>
              <a:t>Shopify Email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730752"/>
            <a:ext cx="3108960" cy="77724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随店群发，上手简单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675887"/>
            <a:ext cx="4480560" cy="86868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群发解决不了「这人上次买了什么、聊天里确认过什么」。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800600"/>
            <a:ext cx="1124712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120640"/>
            <a:ext cx="2834640" cy="64008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332A"/>
                </a:solidFill>
                <a:latin typeface="Microsoft YaHei"/>
                <a:ea typeface="Microsoft YaHei"/>
                <a:cs typeface="Microsoft YaHei"/>
              </a:rPr>
              <a:t>直接问聊天模型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056632"/>
            <a:ext cx="3108960" cy="77724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能写英文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5001768"/>
            <a:ext cx="4480560" cy="86868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模型看不到这家店的订单，也拦不住未同意营销的人。调用次数事先算不清。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0" y="6510528"/>
            <a:ext cx="1371600" cy="256032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11  / 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0972800" cy="438912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6332A"/>
                </a:solidFill>
                <a:latin typeface="Microsoft YaHei"/>
                <a:ea typeface="Microsoft YaHei"/>
                <a:cs typeface="Microsoft YaHei"/>
              </a:rPr>
              <a:t>商业上先这么说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0972800" cy="32004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B54708"/>
                </a:solidFill>
                <a:latin typeface="Microsoft YaHei"/>
                <a:ea typeface="Microsoft YaHei"/>
                <a:cs typeface="Microsoft YaHei"/>
              </a:rPr>
              <a:t>整页都是路演设想。开口先说「还没定价，也没有付费客户」。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62356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17319"/>
            <a:ext cx="5212080" cy="36576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7A4D"/>
                </a:solidFill>
                <a:latin typeface="Microsoft YaHei"/>
                <a:ea typeface="Microsoft YaHei"/>
                <a:cs typeface="Microsoft YaHei"/>
              </a:rPr>
              <a:t>谁付钱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10512"/>
            <a:ext cx="5212080" cy="82296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设想是店主或代运营按店付月费，不按销售额抽成。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280160"/>
            <a:ext cx="562356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417319"/>
            <a:ext cx="5212080" cy="36576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7A4D"/>
                </a:solidFill>
                <a:latin typeface="Microsoft YaHei"/>
                <a:ea typeface="Microsoft YaHei"/>
                <a:cs typeface="Microsoft YaHei"/>
              </a:rPr>
              <a:t>价格锚点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810512"/>
            <a:ext cx="5212080" cy="82296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若被追问，只给一个锚：单店每月约 1000 元人民币，含约 1000 次生成。这不是报价，账单还没按这个量核对。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26080"/>
            <a:ext cx="562356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063240"/>
            <a:ext cx="5212080" cy="36576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7A4D"/>
                </a:solidFill>
                <a:latin typeface="Microsoft YaHei"/>
                <a:ea typeface="Microsoft YaHei"/>
                <a:cs typeface="Microsoft YaHei"/>
              </a:rPr>
              <a:t>第一批店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456432"/>
            <a:ext cx="5212080" cy="82296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不投放。目标是 3 家店愿意导出表格，其中 1 家允许把信复制进他们现有的邮件工具。成功看店主愿不愿意做第二场。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926080"/>
            <a:ext cx="562356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3063240"/>
            <a:ext cx="5212080" cy="36576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7A4D"/>
                </a:solidFill>
                <a:latin typeface="Microsoft YaHei"/>
                <a:ea typeface="Microsoft YaHei"/>
                <a:cs typeface="Microsoft YaHei"/>
              </a:rPr>
              <a:t>市场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456432"/>
            <a:ext cx="5212080" cy="82296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今天不报规模。要找的人是自己管 Shopify 邮件的跨境店主，不是全部跨境 GMV。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572000"/>
            <a:ext cx="562356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709160"/>
            <a:ext cx="5212080" cy="36576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7A4D"/>
                </a:solidFill>
                <a:latin typeface="Microsoft YaHei"/>
                <a:ea typeface="Microsoft YaHei"/>
                <a:cs typeface="Microsoft YaHei"/>
              </a:rPr>
              <a:t>进展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102352"/>
            <a:ext cx="5212080" cy="82296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产品可以演示。付费客户是 0。页面上的 300 人是弃单样例，不是客户数。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4572000"/>
            <a:ext cx="562356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4709160"/>
            <a:ext cx="5212080" cy="36576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7A4D"/>
                </a:solidFill>
                <a:latin typeface="Microsoft YaHei"/>
                <a:ea typeface="Microsoft YaHei"/>
                <a:cs typeface="Microsoft YaHei"/>
              </a:rPr>
              <a:t>团队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5102352"/>
            <a:ext cx="5212080" cy="82296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只讲你自己的真名和你做过的事。这页不编履历，不编人数。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0" y="6510528"/>
            <a:ext cx="1371600" cy="256032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12  / 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7472"/>
            <a:ext cx="10972800" cy="45720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6332A"/>
                </a:solidFill>
                <a:latin typeface="Microsoft YaHei"/>
                <a:ea typeface="Microsoft YaHei"/>
                <a:cs typeface="Microsoft YaHei"/>
              </a:rPr>
              <a:t>演示之后的第一个月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0972800" cy="2377440"/>
          </a:xfrm>
          <a:prstGeom prst="rect">
            <a:avLst/>
          </a:prstGeom>
          <a:noFill/>
        </p:spPr>
        <p:txBody>
          <a:bodyPr wrap="square" lIns="18288" rIns="18288"/>
          <a:lstStyle/>
          <a:p>
            <a:pPr algn="l">
              <a:spcAft>
                <a:spcPts val="1400"/>
              </a:spcAft>
            </a:pPr>
            <a:r>
              <a:rPr sz="2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 接上真实发送，并让退订真的生效。</a:t>
            </a:r>
          </a:p>
          <a:p>
            <a:pPr algn="l">
              <a:spcAft>
                <a:spcPts val="1400"/>
              </a:spcAft>
            </a:pPr>
            <a:r>
              <a:rPr sz="2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 用一家店的已付款订单，重新看消费高中低该怎么分，不再沿用 120 和 50 的初稿。</a:t>
            </a:r>
          </a:p>
          <a:p>
            <a:pPr algn="l">
              <a:spcAft>
                <a:spcPts val="1400"/>
              </a:spcAft>
            </a:pPr>
            <a:r>
              <a:rPr sz="2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 仍由人审核后才发。不做成无人确认就群发。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931920"/>
            <a:ext cx="11155680" cy="2011680"/>
          </a:xfrm>
          <a:prstGeom prst="rect">
            <a:avLst/>
          </a:prstGeom>
          <a:solidFill>
            <a:srgbClr val="1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160520"/>
            <a:ext cx="10515600" cy="50292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今天不设融资金额。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54880"/>
            <a:ext cx="10515600" cy="91440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D7E3DC"/>
                </a:solidFill>
                <a:latin typeface="Microsoft YaHei"/>
                <a:ea typeface="Microsoft YaHei"/>
                <a:cs typeface="Microsoft YaHei"/>
              </a:rPr>
              <a:t>要的是一位愿意拿出 Shopify 导出的店主。
信先写对，再谈发送和价格。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0" y="6510528"/>
            <a:ext cx="1371600" cy="256032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13  / 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0972800" cy="438912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6332A"/>
                </a:solidFill>
                <a:latin typeface="Microsoft YaHei"/>
                <a:ea typeface="Microsoft YaHei"/>
                <a:cs typeface="Microsoft YaHei"/>
              </a:rPr>
              <a:t>如果被问，就这么答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0120"/>
            <a:ext cx="57150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069848"/>
            <a:ext cx="5303520" cy="36576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332A"/>
                </a:solidFill>
                <a:latin typeface="Microsoft YaHei"/>
                <a:ea typeface="Microsoft YaHei"/>
                <a:cs typeface="Microsoft YaHei"/>
              </a:rPr>
              <a:t>为什么不每人单独写？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490472"/>
            <a:ext cx="5303520" cy="96012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单独写要一次调用。没有额外事实的人按组共用，复制时再填名字和商品。次数事先算得清。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960120"/>
            <a:ext cx="57150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069848"/>
            <a:ext cx="5303520" cy="36576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332A"/>
                </a:solidFill>
                <a:latin typeface="Microsoft YaHei"/>
                <a:ea typeface="Microsoft YaHei"/>
                <a:cs typeface="Microsoft YaHei"/>
              </a:rPr>
              <a:t>120 美元怎么来的？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1490472"/>
            <a:ext cx="5303520" cy="96012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需求初稿里写死的分界，不是这家店的订单算出来的。没有已付款订单的人金额是 0，层级是低。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743200"/>
            <a:ext cx="57150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2852928"/>
            <a:ext cx="5303520" cy="36576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332A"/>
                </a:solidFill>
                <a:latin typeface="Microsoft YaHei"/>
                <a:ea typeface="Microsoft YaHei"/>
                <a:cs typeface="Microsoft YaHei"/>
              </a:rPr>
              <a:t>这 300 人是客户吗？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273552"/>
            <a:ext cx="5303520" cy="96012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不是。是一份弃单样例，用来演示导入、补全姓名国家和弃购场景。付费客户是 0。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743200"/>
            <a:ext cx="57150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2852928"/>
            <a:ext cx="5303520" cy="36576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332A"/>
                </a:solidFill>
                <a:latin typeface="Microsoft YaHei"/>
                <a:ea typeface="Microsoft YaHei"/>
                <a:cs typeface="Microsoft YaHei"/>
              </a:rPr>
              <a:t>信发出去了吗？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3273552"/>
            <a:ext cx="5303520" cy="96012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没有。现在是模拟发送和复制。店主可以贴进自己的邮件工具。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526280"/>
            <a:ext cx="57150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4636008"/>
            <a:ext cx="5303520" cy="36576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332A"/>
                </a:solidFill>
                <a:latin typeface="Microsoft YaHei"/>
                <a:ea typeface="Microsoft YaHei"/>
                <a:cs typeface="Microsoft YaHei"/>
              </a:rPr>
              <a:t>退订呢？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5056632"/>
            <a:ext cx="5303520" cy="96012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信里有退订位置。打开还不会把这个人改成已退订。这是第一个月要做的。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4526280"/>
            <a:ext cx="57150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8" y="4636008"/>
            <a:ext cx="5303520" cy="36576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332A"/>
                </a:solidFill>
                <a:latin typeface="Microsoft YaHei"/>
                <a:ea typeface="Microsoft YaHei"/>
                <a:cs typeface="Microsoft YaHei"/>
              </a:rPr>
              <a:t>模型挂了怎么办？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5056632"/>
            <a:ext cx="5303520" cy="960120"/>
          </a:xfrm>
          <a:prstGeom prst="rect">
            <a:avLst/>
          </a:prstGeom>
          <a:noFill/>
        </p:spPr>
        <p:txBody>
          <a:bodyPr wrap="square" lIns="36576" rIns="36576" tIns="0" bIns="0" anchor="t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没有钥匙、超时或返回无法解析，这一封改用本地信纸。有折扣码就写 20% off。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定向营销助手 · 演示路演</dc:title>
  <dc:subject>给投资人的产品演示，不含未发生的经营数字</dc:subject>
  <dc:creator>AI 定向营销助手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